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Roboto"/>
      <p:regular r:id="rId10"/>
      <p:bold r:id="rId11"/>
      <p:italic r:id="rId12"/>
      <p:boldItalic r:id="rId13"/>
    </p:embeddedFont>
    <p:embeddedFont>
      <p:font typeface="Roboto Medium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8" roundtripDataSignature="AMtx7mjpBOD1wnFu5Ox5hv3wUcSwmDxw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font" Target="fonts/Roboto-regular.fntdata"/><Relationship Id="rId11" Type="http://schemas.openxmlformats.org/officeDocument/2006/relationships/font" Target="fonts/Roboto-bold.fntdata"/><Relationship Id="rId12" Type="http://schemas.openxmlformats.org/officeDocument/2006/relationships/font" Target="fonts/Roboto-italic.fntdata"/><Relationship Id="rId13" Type="http://schemas.openxmlformats.org/officeDocument/2006/relationships/font" Target="fonts/Roboto-boldItalic.fntdata"/><Relationship Id="rId14" Type="http://schemas.openxmlformats.org/officeDocument/2006/relationships/font" Target="fonts/RobotoMedium-regular.fntdata"/><Relationship Id="rId15" Type="http://schemas.openxmlformats.org/officeDocument/2006/relationships/font" Target="fonts/RobotoMedium-bold.fntdata"/><Relationship Id="rId16" Type="http://schemas.openxmlformats.org/officeDocument/2006/relationships/font" Target="fonts/RobotoMedium-italic.fntdata"/><Relationship Id="rId17" Type="http://schemas.openxmlformats.org/officeDocument/2006/relationships/font" Target="fonts/RobotoMedium-boldItalic.fntdata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h2296137532f5af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h2296137532f5af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2296137532f5af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h2296137532f5af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6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" name="Google Shape;12;p6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  <a:defRPr sz="25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9pPr>
          </a:lstStyle>
          <a:p/>
        </p:txBody>
      </p:sp>
      <p:pic>
        <p:nvPicPr>
          <p:cNvPr id="13" name="Google Shape;1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95858" y="4726170"/>
            <a:ext cx="1407814" cy="312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i="0" sz="2400" u="none" cap="none" strike="noStrike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" name="Google Shape;18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19" name="Google Shape;19;p7"/>
          <p:cNvPicPr preferRelativeResize="0"/>
          <p:nvPr/>
        </p:nvPicPr>
        <p:blipFill rotWithShape="1">
          <a:blip r:embed="rId2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7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8"/>
          <p:cNvPicPr preferRelativeResize="0"/>
          <p:nvPr/>
        </p:nvPicPr>
        <p:blipFill rotWithShape="1">
          <a:blip r:embed="rId2">
            <a:alphaModFix amt="11000"/>
          </a:blip>
          <a:srcRect b="0" l="0" r="0" t="0"/>
          <a:stretch/>
        </p:blipFill>
        <p:spPr>
          <a:xfrm rot="-5400000">
            <a:off x="2158615" y="-2137275"/>
            <a:ext cx="86897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8"/>
          <p:cNvPicPr preferRelativeResize="0"/>
          <p:nvPr/>
        </p:nvPicPr>
        <p:blipFill rotWithShape="1">
          <a:blip r:embed="rId2">
            <a:alphaModFix amt="11000"/>
          </a:blip>
          <a:srcRect b="4935" l="0" r="0" t="17694"/>
          <a:stretch/>
        </p:blipFill>
        <p:spPr>
          <a:xfrm rot="-5400000">
            <a:off x="6719951" y="-1555100"/>
            <a:ext cx="868950" cy="39791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8"/>
          <p:cNvSpPr/>
          <p:nvPr/>
        </p:nvSpPr>
        <p:spPr>
          <a:xfrm rot="5400000">
            <a:off x="4113300" y="-4111500"/>
            <a:ext cx="917400" cy="9140400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346A"/>
              </a:buClr>
              <a:buSzPts val="2400"/>
              <a:buFont typeface="Roboto"/>
              <a:buNone/>
              <a:defRPr b="1" sz="2400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30" name="Google Shape;30;p8"/>
          <p:cNvPicPr preferRelativeResize="0"/>
          <p:nvPr/>
        </p:nvPicPr>
        <p:blipFill rotWithShape="1">
          <a:blip r:embed="rId3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3" name="Google Shape;3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/>
          <p:nvPr>
            <p:ph type="title"/>
          </p:nvPr>
        </p:nvSpPr>
        <p:spPr>
          <a:xfrm>
            <a:off x="0" y="2220966"/>
            <a:ext cx="9142200" cy="1243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b="0"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t>GreenCharge Autopilot</a:t>
            </a:r>
            <a:endParaRPr/>
          </a:p>
        </p:txBody>
      </p:sp>
      <p:sp>
        <p:nvSpPr>
          <p:cNvPr id="46" name="Google Shape;46;p1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34290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</a:pPr>
            <a:r>
              <a:rPr sz="1400"/>
              <a:t>ENACT policies that change the running app, and prove it</a:t>
            </a:r>
            <a:endParaRPr/>
          </a:p>
          <a:p>
            <a:pPr/>
            <a:r>
              <a:rPr sz="1400"/>
              <a:t>Challenge 3 (ENACT): Kubernetes Dynamic Adaptation  ·  Team: &lt;names&gt;</a:t>
            </a:r>
          </a:p>
        </p:txBody>
      </p:sp>
      <p:pic>
        <p:nvPicPr>
          <p:cNvPr id="47" name="Picture 46" descr="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100" y="2050000"/>
            <a:ext cx="4400000" cy="75428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GitHub repo</a:t>
            </a:r>
            <a:endParaRPr/>
          </a:p>
        </p:txBody>
      </p:sp>
      <p:sp>
        <p:nvSpPr>
          <p:cNvPr id="52" name="Google Shape;52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sz="1600"/>
              <a:t>GitHub repo: https://github.com/IamHarrie-Labs/greencharge-autopilot</a:t>
            </a:r>
            <a:endParaRPr/>
          </a:p>
          <a:p>
            <a:pPr/>
            <a:r>
              <a:rPr sz="1600"/>
              <a:t>Run it: make setup → make operator-fix → make deploy → make autopilot-ui</a:t>
            </a:r>
          </a:p>
          <a:p>
            <a:pPr/>
            <a:r>
              <a:rPr sz="1600"/>
              <a:t>What's in it</a:t>
            </a:r>
          </a:p>
          <a:p>
            <a:pPr lvl="1"/>
            <a:r>
              <a:rPr sz="1500"/>
              <a:t>greencharge/: GreenCharge + ENACT Application Controller (policy model, compliance) + Autopilot</a:t>
            </a:r>
          </a:p>
          <a:p>
            <a:pPr lvl="1"/>
            <a:r>
              <a:rPr sz="1500"/>
              <a:t>operator-fix/: patch to the ENACT policy operator (metrics auth, Hard-rule bug), with tests</a:t>
            </a:r>
          </a:p>
          <a:p>
            <a:pPr lvl="1"/>
            <a:r>
              <a:rPr sz="1500"/>
              <a:t>docs/evidence/: every adaptation recorded on the live cluster; dataspace transfer records</a:t>
            </a:r>
          </a:p>
          <a:p>
            <a:pPr lvl="1"/>
            <a:r>
              <a:rPr sz="1500"/>
              <a:t>Apache-2.0 · 12 Java + 4 Go tests</a:t>
            </a:r>
          </a:p>
        </p:txBody>
      </p:sp>
      <p:sp>
        <p:nvSpPr>
          <p:cNvPr id="53" name="Google Shape;53;p2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2500" lnSpcReduction="1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8108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h2296137532f5afa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59" name="Google Shape;59;h2296137532f5afa_0_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sz="1400"/>
              <a:t>ENACT says what a workload should look like: the Application Controller recommends scale_up / scale_down, the policy operator picks a node. Nothing then changes the running app, and in the hackathon cluster the operator could not decide at all (TDCME returned 401).</a:t>
            </a:r>
            <a:endParaRPr/>
          </a:p>
          <a:p>
            <a:pPr/>
            <a:r>
              <a:rPr sz="1400"/>
              <a:t>We closed the loop</a:t>
            </a:r>
          </a:p>
          <a:p>
            <a:pPr lvl="1"/>
            <a:r>
              <a:rPr sz="1300"/>
              <a:t>Fixed the ENACT operator: token auth, a Hard-rule bug that re-ranked nodes every 30 s, explained rejections</a:t>
            </a:r>
          </a:p>
          <a:p>
            <a:pPr lvl="1"/>
            <a:r>
              <a:rPr sz="1300"/>
              <a:t>GreenCharge Autopilot: detect → decide (ENACT AC + operator) → guard (Hard rules, cooldown) → apply → verify (rollout + health) → roll back</a:t>
            </a:r>
          </a:p>
          <a:p>
            <a:pPr lvl="1"/>
            <a:r>
              <a:rPr sz="1300"/>
              <a:t>Evidence timeline: what was measured, what ENACT decided, what changed, whether the app recovered</a:t>
            </a:r>
          </a:p>
          <a:p>
            <a:pPr lvl="1"/>
            <a:r>
              <a:rPr sz="1300"/>
              <a:t>ENACT SDK, scripted: Application Packaging (Helm chart), Application Policies (CRD-valid), Dataspaces (negotiation FINALIZED, transfer COMPLETED; relay download blocked)</a:t>
            </a:r>
          </a:p>
        </p:txBody>
      </p:sp>
      <p:sp>
        <p:nvSpPr>
          <p:cNvPr id="60" name="Google Shape;60;h2296137532f5afa_0_0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296137532f5afa_0_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Highlights</a:t>
            </a:r>
            <a:endParaRPr/>
          </a:p>
        </p:txBody>
      </p:sp>
      <p:sp>
        <p:nvSpPr>
          <p:cNvPr id="66" name="Google Shape;66;h2296137532f5afa_0_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sz="1400"/>
              <a:t>Measured on the challenge's own 3-node kind cluster</a:t>
            </a:r>
            <a:endParaRPr/>
          </a:p>
          <a:p>
            <a:pPr lvl="1"/>
            <a:r>
              <a:rPr sz="1300"/>
              <a:t>Out-of-policy app (0.5 CPU, wrong node) → adapted and verified in 105 s</a:t>
            </a:r>
          </a:p>
          <a:p>
            <a:pPr lvl="1"/>
            <a:r>
              <a:rPr sz="1300"/>
              <a:t>Move to a node outside eu-west → rejected by the Hard rule, app untouched</a:t>
            </a:r>
          </a:p>
          <a:p>
            <a:pPr lvl="1"/>
            <a:r>
              <a:rPr sz="1300"/>
              <a:t>Change that cannot become healthy → rolled back in 100 s, reverting only its own fields</a:t>
            </a:r>
          </a:p>
          <a:p>
            <a:pPr lvl="1"/>
            <a:r>
              <a:rPr sz="1300"/>
              <a:t>Node leaves eu-west → operator re-decides, app moves; no flapping afterwards</a:t>
            </a:r>
          </a:p>
          <a:p>
            <a:pPr lvl="1"/>
            <a:r>
              <a:rPr sz="1300"/>
              <a:t>Edge-role policy → GreenCharge lands on enact-dev-worker, as the brief requires</a:t>
            </a:r>
          </a:p>
          <a:p>
            <a:pPr/>
            <a:r>
              <a:rPr sz="1400"/>
              <a:t>Running it for real found 3 bugs in our own design (rollback that overwrote Helm, wrong rollout test, rejected patch as HTTP 500): all fixed and tested</a:t>
            </a:r>
          </a:p>
          <a:p>
            <a:pPr lvl="1"/>
            <a:r>
              <a:rPr sz="1300"/>
              <a:t>ENACT SDK libraries drive packaging, policy validation and the dataspace flow: one command each</a:t>
            </a:r>
          </a:p>
        </p:txBody>
      </p:sp>
      <p:sp>
        <p:nvSpPr>
          <p:cNvPr id="67" name="Google Shape;67;h2296137532f5afa_0_6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Anastasios Zafeiropoulos</dc:creator>
</cp:coreProperties>
</file>