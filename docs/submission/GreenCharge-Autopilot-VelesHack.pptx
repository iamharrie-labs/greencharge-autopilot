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font" Target="fonts/Roboto-regular.fntdata"/><Relationship Id="rId11" Type="http://schemas.openxmlformats.org/officeDocument/2006/relationships/font" Target="fonts/Roboto-bold.fntdata"/><Relationship Id="rId12" Type="http://schemas.openxmlformats.org/officeDocument/2006/relationships/font" Target="fonts/Roboto-italic.fntdata"/><Relationship Id="rId13" Type="http://schemas.openxmlformats.org/officeDocument/2006/relationships/font" Target="fonts/Roboto-boldItalic.fntdata"/><Relationship Id="rId14" Type="http://schemas.openxmlformats.org/officeDocument/2006/relationships/font" Target="fonts/RobotoMedium-regular.fntdata"/><Relationship Id="rId15" Type="http://schemas.openxmlformats.org/officeDocument/2006/relationships/font" Target="fonts/RobotoMedium-bold.fntdata"/><Relationship Id="rId16" Type="http://schemas.openxmlformats.org/officeDocument/2006/relationships/font" Target="fonts/RobotoMedium-italic.fntdata"/><Relationship Id="rId17" Type="http://schemas.openxmlformats.org/officeDocument/2006/relationships/font" Target="fonts/RobotoMedium-boldItalic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t>GreenCharge Autopilot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34290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sz="1400"/>
              <a:t>ENACT policies that change the running app, and prove it</a:t>
            </a:r>
            <a:endParaRPr/>
          </a:p>
          <a:p>
            <a:pPr/>
            <a:r>
              <a:rPr sz="1400"/>
              <a:t>Challenge 3 (ENACT): Kubernetes Dynamic Adaptation  ·  Team: Harrie</a:t>
            </a:r>
          </a:p>
        </p:txBody>
      </p:sp>
      <p:pic>
        <p:nvPicPr>
          <p:cNvPr id="47" name="Picture 46" descr="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00" y="2050000"/>
            <a:ext cx="4400000" cy="7542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sz="1600"/>
              <a:t>GitHub repo: https://github.com/IamHarrie-Labs/greencharge-autopilot</a:t>
            </a:r>
            <a:endParaRPr/>
          </a:p>
          <a:p>
            <a:pPr/>
            <a:r>
              <a:rPr sz="1600"/>
              <a:t>Run it: make setup → make operator-fix → make deploy → make autopilot-ui</a:t>
            </a:r>
          </a:p>
          <a:p>
            <a:pPr/>
            <a:r>
              <a:rPr sz="1600"/>
              <a:t>What's in it</a:t>
            </a:r>
          </a:p>
          <a:p>
            <a:pPr lvl="1"/>
            <a:r>
              <a:rPr sz="1500"/>
              <a:t>greencharge/: GreenCharge + ENACT Application Controller (policy model, compliance) + Autopilot</a:t>
            </a:r>
          </a:p>
          <a:p>
            <a:pPr lvl="1"/>
            <a:r>
              <a:rPr sz="1500"/>
              <a:t>operator-fix/: patch to the ENACT policy operator (metrics auth, Hard-rule bug), with tests</a:t>
            </a:r>
          </a:p>
          <a:p>
            <a:pPr lvl="1"/>
            <a:r>
              <a:rPr sz="1500"/>
              <a:t>docs/evidence/: every adaptation recorded on the live cluster; dataspace transfer records</a:t>
            </a:r>
          </a:p>
          <a:p>
            <a:pPr lvl="1"/>
            <a:r>
              <a:rPr sz="1500"/>
              <a:t>Apache-2.0 · 12 Java + 4 Go tests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sz="1400"/>
              <a:t>ENACT says what a workload should look like: the Application Controller recommends scale_up / scale_down, the policy operator picks a node. Nothing then changes the running app, and in the hackathon cluster the operator could not decide at all (TDCME returned 401).</a:t>
            </a:r>
            <a:endParaRPr/>
          </a:p>
          <a:p>
            <a:pPr/>
            <a:r>
              <a:rPr sz="1400"/>
              <a:t>We closed the loop</a:t>
            </a:r>
          </a:p>
          <a:p>
            <a:pPr lvl="1"/>
            <a:r>
              <a:rPr sz="1300"/>
              <a:t>Fixed the ENACT operator: token auth, a Hard-rule bug that re-ranked nodes every 30 s, explained rejections</a:t>
            </a:r>
          </a:p>
          <a:p>
            <a:pPr lvl="1"/>
            <a:r>
              <a:rPr sz="1300"/>
              <a:t>GreenCharge Autopilot: detect → decide (ENACT AC + operator) → guard (Hard rules, cooldown) → apply → verify (rollout + health) → roll back</a:t>
            </a:r>
          </a:p>
          <a:p>
            <a:pPr lvl="1"/>
            <a:r>
              <a:rPr sz="1300"/>
              <a:t>Evidence timeline: what was measured, what ENACT decided, what changed, whether the app recovered</a:t>
            </a:r>
          </a:p>
          <a:p>
            <a:pPr lvl="1"/>
            <a:r>
              <a:rPr sz="1300"/>
              <a:t>ENACT SDK, scripted: Application Packaging (Helm chart), Application Policies (CRD-valid), Dataspaces (negotiation FINALIZED, transfer COMPLETED; relay download blocked)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sz="1400"/>
              <a:t>Measured on the challenge's own 3-node kind cluster</a:t>
            </a:r>
            <a:endParaRPr/>
          </a:p>
          <a:p>
            <a:pPr lvl="1"/>
            <a:r>
              <a:rPr sz="1300"/>
              <a:t>Out-of-policy app (0.5 CPU, wrong node) → adapted and verified in 105 s</a:t>
            </a:r>
          </a:p>
          <a:p>
            <a:pPr lvl="1"/>
            <a:r>
              <a:rPr sz="1300"/>
              <a:t>Move to a node outside eu-west → rejected by the Hard rule, app untouched</a:t>
            </a:r>
          </a:p>
          <a:p>
            <a:pPr lvl="1"/>
            <a:r>
              <a:rPr sz="1300"/>
              <a:t>Change that cannot become healthy → rolled back in 100 s, reverting only its own fields</a:t>
            </a:r>
          </a:p>
          <a:p>
            <a:pPr lvl="1"/>
            <a:r>
              <a:rPr sz="1300"/>
              <a:t>Node leaves eu-west → operator re-decides, app moves; no flapping afterwards</a:t>
            </a:r>
          </a:p>
          <a:p>
            <a:pPr lvl="1"/>
            <a:r>
              <a:rPr sz="1300"/>
              <a:t>Edge-role policy → GreenCharge lands on enact-dev-worker, as the brief requires</a:t>
            </a:r>
          </a:p>
          <a:p>
            <a:pPr/>
            <a:r>
              <a:rPr sz="1400"/>
              <a:t>Running it for real found 3 bugs in our own design (rollback that overwrote Helm, wrong rollout test, rejected patch as HTTP 500): all fixed and tested</a:t>
            </a:r>
          </a:p>
          <a:p>
            <a:pPr lvl="1"/>
            <a:r>
              <a:rPr sz="1300"/>
              <a:t>ENACT SDK libraries drive packaging, policy validation and the dataspace flow: one command each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