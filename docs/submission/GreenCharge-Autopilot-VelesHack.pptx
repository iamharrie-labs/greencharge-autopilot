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showSpecialPlsOnTitleSld="0">
  <p:sldMasterIdLst>
    <p:sldMasterId id="2147483648" r:id="rId4"/>
  </p:sldMasterIdLst>
  <p:notesMasterIdLst>
    <p:notesMasterId r:id="rId5"/>
  </p:notesMasterIdLst>
  <p:sldIdLst>
    <p:sldId id="256" r:id="rId6"/>
    <p:sldId id="257" r:id="rId7"/>
    <p:sldId id="258" r:id="rId8"/>
    <p:sldId id="259" r:id="rId9"/>
  </p:sldIdLst>
  <p:sldSz cy="5143500" cx="9144000"/>
  <p:notesSz cx="6858000" cy="9144000"/>
  <p:embeddedFontLst>
    <p:embeddedFont>
      <p:font typeface="Roboto"/>
      <p:regular r:id="rId10"/>
      <p:bold r:id="rId11"/>
      <p:italic r:id="rId12"/>
      <p:boldItalic r:id="rId13"/>
    </p:embeddedFont>
    <p:embeddedFont>
      <p:font typeface="Roboto Medium"/>
      <p:regular r:id="rId14"/>
      <p:bold r:id="rId15"/>
      <p:italic r:id="rId16"/>
      <p:boldItalic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18" roundtripDataSignature="AMtx7mjpBOD1wnFu5Ox5hv3wUcSwmDxwU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font" Target="fonts/Roboto-regular.fntdata"/><Relationship Id="rId11" Type="http://schemas.openxmlformats.org/officeDocument/2006/relationships/font" Target="fonts/Roboto-bold.fntdata"/><Relationship Id="rId12" Type="http://schemas.openxmlformats.org/officeDocument/2006/relationships/font" Target="fonts/Roboto-italic.fntdata"/><Relationship Id="rId13" Type="http://schemas.openxmlformats.org/officeDocument/2006/relationships/font" Target="fonts/Roboto-boldItalic.fntdata"/><Relationship Id="rId14" Type="http://schemas.openxmlformats.org/officeDocument/2006/relationships/font" Target="fonts/RobotoMedium-regular.fntdata"/><Relationship Id="rId15" Type="http://schemas.openxmlformats.org/officeDocument/2006/relationships/font" Target="fonts/RobotoMedium-bold.fntdata"/><Relationship Id="rId16" Type="http://schemas.openxmlformats.org/officeDocument/2006/relationships/font" Target="fonts/RobotoMedium-italic.fntdata"/><Relationship Id="rId17" Type="http://schemas.openxmlformats.org/officeDocument/2006/relationships/font" Target="fonts/RobotoMedium-boldItalic.fntdata"/><Relationship Id="rId18"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 name="Google Shape;43;p1: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2296137532f5af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 name="Google Shape;56;h2296137532f5af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h2296137532f5afa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h2296137532f5afa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 Id="rId5"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7.png"/><Relationship Id="rId6"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9.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png"/><Relationship Id="rId7"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6"/>
          <p:cNvPicPr preferRelativeResize="0"/>
          <p:nvPr/>
        </p:nvPicPr>
        <p:blipFill rotWithShape="1">
          <a:blip r:embed="rId2">
            <a:alphaModFix/>
          </a:blip>
          <a:srcRect b="0" l="0" r="0" t="0"/>
          <a:stretch/>
        </p:blipFill>
        <p:spPr>
          <a:xfrm>
            <a:off x="1115" y="0"/>
            <a:ext cx="9155849" cy="5151422"/>
          </a:xfrm>
          <a:prstGeom prst="rect">
            <a:avLst/>
          </a:prstGeom>
          <a:noFill/>
          <a:ln>
            <a:noFill/>
          </a:ln>
        </p:spPr>
      </p:pic>
      <p:sp>
        <p:nvSpPr>
          <p:cNvPr id="11" name="Google Shape;11;p6"/>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FFFFFF"/>
              </a:buClr>
              <a:buSzPts val="4000"/>
              <a:buNone/>
              <a:defRPr sz="4000">
                <a:solidFill>
                  <a:srgbClr val="FFFFFF"/>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 name="Google Shape;12;p6"/>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lvl1pPr lvl="0" algn="l">
              <a:lnSpc>
                <a:spcPct val="115000"/>
              </a:lnSpc>
              <a:spcBef>
                <a:spcPts val="0"/>
              </a:spcBef>
              <a:spcAft>
                <a:spcPts val="0"/>
              </a:spcAft>
              <a:buClr>
                <a:srgbClr val="EF7C14"/>
              </a:buClr>
              <a:buSzPts val="2500"/>
              <a:buFont typeface="Roboto Medium"/>
              <a:buNone/>
              <a:defRPr sz="2500">
                <a:solidFill>
                  <a:schemeClr val="lt1"/>
                </a:solidFill>
                <a:latin typeface="Roboto Medium"/>
                <a:ea typeface="Roboto Medium"/>
                <a:cs typeface="Roboto Medium"/>
                <a:sym typeface="Roboto Medium"/>
              </a:defRPr>
            </a:lvl1pPr>
            <a:lvl2pPr lvl="1" algn="l">
              <a:lnSpc>
                <a:spcPct val="115000"/>
              </a:lnSpc>
              <a:spcBef>
                <a:spcPts val="0"/>
              </a:spcBef>
              <a:spcAft>
                <a:spcPts val="0"/>
              </a:spcAft>
              <a:buClr>
                <a:srgbClr val="EF7C14"/>
              </a:buClr>
              <a:buSzPts val="1400"/>
              <a:buNone/>
              <a:defRPr>
                <a:solidFill>
                  <a:srgbClr val="EF7C14"/>
                </a:solidFill>
              </a:defRPr>
            </a:lvl2pPr>
            <a:lvl3pPr lvl="2" algn="l">
              <a:lnSpc>
                <a:spcPct val="115000"/>
              </a:lnSpc>
              <a:spcBef>
                <a:spcPts val="0"/>
              </a:spcBef>
              <a:spcAft>
                <a:spcPts val="0"/>
              </a:spcAft>
              <a:buClr>
                <a:srgbClr val="EF7C14"/>
              </a:buClr>
              <a:buSzPts val="1400"/>
              <a:buNone/>
              <a:defRPr>
                <a:solidFill>
                  <a:srgbClr val="EF7C14"/>
                </a:solidFill>
              </a:defRPr>
            </a:lvl3pPr>
            <a:lvl4pPr lvl="3" algn="l">
              <a:lnSpc>
                <a:spcPct val="115000"/>
              </a:lnSpc>
              <a:spcBef>
                <a:spcPts val="0"/>
              </a:spcBef>
              <a:spcAft>
                <a:spcPts val="0"/>
              </a:spcAft>
              <a:buClr>
                <a:srgbClr val="EF7C14"/>
              </a:buClr>
              <a:buSzPts val="1400"/>
              <a:buNone/>
              <a:defRPr>
                <a:solidFill>
                  <a:srgbClr val="EF7C14"/>
                </a:solidFill>
              </a:defRPr>
            </a:lvl4pPr>
            <a:lvl5pPr lvl="4" algn="l">
              <a:lnSpc>
                <a:spcPct val="115000"/>
              </a:lnSpc>
              <a:spcBef>
                <a:spcPts val="0"/>
              </a:spcBef>
              <a:spcAft>
                <a:spcPts val="0"/>
              </a:spcAft>
              <a:buClr>
                <a:srgbClr val="EF7C14"/>
              </a:buClr>
              <a:buSzPts val="1400"/>
              <a:buNone/>
              <a:defRPr>
                <a:solidFill>
                  <a:srgbClr val="EF7C14"/>
                </a:solidFill>
              </a:defRPr>
            </a:lvl5pPr>
            <a:lvl6pPr lvl="5" algn="l">
              <a:lnSpc>
                <a:spcPct val="115000"/>
              </a:lnSpc>
              <a:spcBef>
                <a:spcPts val="0"/>
              </a:spcBef>
              <a:spcAft>
                <a:spcPts val="0"/>
              </a:spcAft>
              <a:buClr>
                <a:srgbClr val="EF7C14"/>
              </a:buClr>
              <a:buSzPts val="1400"/>
              <a:buNone/>
              <a:defRPr>
                <a:solidFill>
                  <a:srgbClr val="EF7C14"/>
                </a:solidFill>
              </a:defRPr>
            </a:lvl6pPr>
            <a:lvl7pPr lvl="6" algn="l">
              <a:lnSpc>
                <a:spcPct val="115000"/>
              </a:lnSpc>
              <a:spcBef>
                <a:spcPts val="0"/>
              </a:spcBef>
              <a:spcAft>
                <a:spcPts val="0"/>
              </a:spcAft>
              <a:buClr>
                <a:srgbClr val="EF7C14"/>
              </a:buClr>
              <a:buSzPts val="1400"/>
              <a:buNone/>
              <a:defRPr>
                <a:solidFill>
                  <a:srgbClr val="EF7C14"/>
                </a:solidFill>
              </a:defRPr>
            </a:lvl7pPr>
            <a:lvl8pPr lvl="7" algn="l">
              <a:lnSpc>
                <a:spcPct val="115000"/>
              </a:lnSpc>
              <a:spcBef>
                <a:spcPts val="0"/>
              </a:spcBef>
              <a:spcAft>
                <a:spcPts val="0"/>
              </a:spcAft>
              <a:buClr>
                <a:srgbClr val="EF7C14"/>
              </a:buClr>
              <a:buSzPts val="1400"/>
              <a:buNone/>
              <a:defRPr>
                <a:solidFill>
                  <a:srgbClr val="EF7C14"/>
                </a:solidFill>
              </a:defRPr>
            </a:lvl8pPr>
            <a:lvl9pPr lvl="8" algn="l">
              <a:lnSpc>
                <a:spcPct val="115000"/>
              </a:lnSpc>
              <a:spcBef>
                <a:spcPts val="0"/>
              </a:spcBef>
              <a:spcAft>
                <a:spcPts val="0"/>
              </a:spcAft>
              <a:buClr>
                <a:srgbClr val="EF7C14"/>
              </a:buClr>
              <a:buSzPts val="1400"/>
              <a:buNone/>
              <a:defRPr>
                <a:solidFill>
                  <a:srgbClr val="EF7C14"/>
                </a:solidFill>
              </a:defRPr>
            </a:lvl9pPr>
          </a:lstStyle>
          <a:p/>
        </p:txBody>
      </p:sp>
      <p:pic>
        <p:nvPicPr>
          <p:cNvPr id="13" name="Google Shape;13;p6"/>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14" name="Google Shape;14;p6"/>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pic>
        <p:nvPicPr>
          <p:cNvPr id="15" name="Google Shape;15;p6"/>
          <p:cNvPicPr preferRelativeResize="0"/>
          <p:nvPr/>
        </p:nvPicPr>
        <p:blipFill rotWithShape="1">
          <a:blip r:embed="rId5">
            <a:alphaModFix/>
          </a:blip>
          <a:srcRect b="0" l="0" r="0" t="0"/>
          <a:stretch/>
        </p:blipFill>
        <p:spPr>
          <a:xfrm>
            <a:off x="7595858" y="4726170"/>
            <a:ext cx="1407814" cy="31284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7"/>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400"/>
              <a:buFont typeface="Roboto"/>
              <a:buNone/>
              <a:defRPr b="1" i="0" sz="2400" u="none" cap="none" strike="noStrike">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sp>
        <p:nvSpPr>
          <p:cNvPr id="18" name="Google Shape;18;p7"/>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Font typeface="Roboto"/>
              <a:buChar char="●"/>
              <a:defRPr sz="1400">
                <a:latin typeface="Roboto"/>
                <a:ea typeface="Roboto"/>
                <a:cs typeface="Roboto"/>
                <a:sym typeface="Roboto"/>
              </a:defRPr>
            </a:lvl1pPr>
            <a:lvl2pPr indent="-317500" lvl="1" marL="914400" algn="l">
              <a:lnSpc>
                <a:spcPct val="115000"/>
              </a:lnSpc>
              <a:spcBef>
                <a:spcPts val="0"/>
              </a:spcBef>
              <a:spcAft>
                <a:spcPts val="0"/>
              </a:spcAft>
              <a:buSzPts val="1400"/>
              <a:buFont typeface="Roboto"/>
              <a:buChar char="○"/>
              <a:defRPr>
                <a:latin typeface="Roboto"/>
                <a:ea typeface="Roboto"/>
                <a:cs typeface="Roboto"/>
                <a:sym typeface="Roboto"/>
              </a:defRPr>
            </a:lvl2pPr>
            <a:lvl3pPr indent="-317500" lvl="2" marL="1371600" algn="l">
              <a:lnSpc>
                <a:spcPct val="115000"/>
              </a:lnSpc>
              <a:spcBef>
                <a:spcPts val="0"/>
              </a:spcBef>
              <a:spcAft>
                <a:spcPts val="0"/>
              </a:spcAft>
              <a:buSzPts val="1400"/>
              <a:buFont typeface="Roboto"/>
              <a:buChar char="■"/>
              <a:defRPr>
                <a:latin typeface="Roboto"/>
                <a:ea typeface="Roboto"/>
                <a:cs typeface="Roboto"/>
                <a:sym typeface="Roboto"/>
              </a:defRPr>
            </a:lvl3pPr>
            <a:lvl4pPr indent="-317500" lvl="3" marL="1828800" algn="l">
              <a:lnSpc>
                <a:spcPct val="115000"/>
              </a:lnSpc>
              <a:spcBef>
                <a:spcPts val="0"/>
              </a:spcBef>
              <a:spcAft>
                <a:spcPts val="0"/>
              </a:spcAft>
              <a:buSzPts val="1400"/>
              <a:buFont typeface="Roboto"/>
              <a:buChar char="●"/>
              <a:defRPr>
                <a:latin typeface="Roboto"/>
                <a:ea typeface="Roboto"/>
                <a:cs typeface="Roboto"/>
                <a:sym typeface="Roboto"/>
              </a:defRPr>
            </a:lvl4pPr>
            <a:lvl5pPr indent="-317500" lvl="4" marL="2286000" algn="l">
              <a:lnSpc>
                <a:spcPct val="115000"/>
              </a:lnSpc>
              <a:spcBef>
                <a:spcPts val="0"/>
              </a:spcBef>
              <a:spcAft>
                <a:spcPts val="0"/>
              </a:spcAft>
              <a:buSzPts val="1400"/>
              <a:buFont typeface="Roboto"/>
              <a:buChar char="○"/>
              <a:defRPr>
                <a:latin typeface="Roboto"/>
                <a:ea typeface="Roboto"/>
                <a:cs typeface="Roboto"/>
                <a:sym typeface="Roboto"/>
              </a:defRPr>
            </a:lvl5pPr>
            <a:lvl6pPr indent="-317500" lvl="5" marL="2743200" algn="l">
              <a:lnSpc>
                <a:spcPct val="115000"/>
              </a:lnSpc>
              <a:spcBef>
                <a:spcPts val="0"/>
              </a:spcBef>
              <a:spcAft>
                <a:spcPts val="0"/>
              </a:spcAft>
              <a:buSzPts val="1400"/>
              <a:buFont typeface="Roboto"/>
              <a:buChar char="■"/>
              <a:defRPr>
                <a:latin typeface="Roboto"/>
                <a:ea typeface="Roboto"/>
                <a:cs typeface="Roboto"/>
                <a:sym typeface="Roboto"/>
              </a:defRPr>
            </a:lvl6pPr>
            <a:lvl7pPr indent="-317500" lvl="6" marL="3200400" algn="l">
              <a:lnSpc>
                <a:spcPct val="115000"/>
              </a:lnSpc>
              <a:spcBef>
                <a:spcPts val="0"/>
              </a:spcBef>
              <a:spcAft>
                <a:spcPts val="0"/>
              </a:spcAft>
              <a:buSzPts val="1400"/>
              <a:buFont typeface="Roboto"/>
              <a:buChar char="●"/>
              <a:defRPr>
                <a:latin typeface="Roboto"/>
                <a:ea typeface="Roboto"/>
                <a:cs typeface="Roboto"/>
                <a:sym typeface="Roboto"/>
              </a:defRPr>
            </a:lvl7pPr>
            <a:lvl8pPr indent="-317500" lvl="7" marL="3657600" algn="l">
              <a:lnSpc>
                <a:spcPct val="115000"/>
              </a:lnSpc>
              <a:spcBef>
                <a:spcPts val="0"/>
              </a:spcBef>
              <a:spcAft>
                <a:spcPts val="0"/>
              </a:spcAft>
              <a:buSzPts val="1400"/>
              <a:buFont typeface="Roboto"/>
              <a:buChar char="○"/>
              <a:defRPr>
                <a:latin typeface="Roboto"/>
                <a:ea typeface="Roboto"/>
                <a:cs typeface="Roboto"/>
                <a:sym typeface="Roboto"/>
              </a:defRPr>
            </a:lvl8pPr>
            <a:lvl9pPr indent="-317500" lvl="8" marL="4114800" algn="l">
              <a:lnSpc>
                <a:spcPct val="115000"/>
              </a:lnSpc>
              <a:spcBef>
                <a:spcPts val="0"/>
              </a:spcBef>
              <a:spcAft>
                <a:spcPts val="0"/>
              </a:spcAft>
              <a:buSzPts val="1400"/>
              <a:buFont typeface="Roboto"/>
              <a:buChar char="■"/>
              <a:defRPr>
                <a:latin typeface="Roboto"/>
                <a:ea typeface="Roboto"/>
                <a:cs typeface="Roboto"/>
                <a:sym typeface="Roboto"/>
              </a:defRPr>
            </a:lvl9pPr>
          </a:lstStyle>
          <a:p/>
        </p:txBody>
      </p:sp>
      <p:pic>
        <p:nvPicPr>
          <p:cNvPr id="19" name="Google Shape;19;p7"/>
          <p:cNvPicPr preferRelativeResize="0"/>
          <p:nvPr/>
        </p:nvPicPr>
        <p:blipFill rotWithShape="1">
          <a:blip r:embed="rId2">
            <a:alphaModFix/>
          </a:blip>
          <a:srcRect b="0" l="53583" r="0" t="0"/>
          <a:stretch/>
        </p:blipFill>
        <p:spPr>
          <a:xfrm>
            <a:off x="0" y="394226"/>
            <a:ext cx="311700" cy="674100"/>
          </a:xfrm>
          <a:prstGeom prst="rect">
            <a:avLst/>
          </a:prstGeom>
          <a:noFill/>
          <a:ln>
            <a:noFill/>
          </a:ln>
        </p:spPr>
      </p:pic>
      <p:pic>
        <p:nvPicPr>
          <p:cNvPr id="20" name="Google Shape;20;p7"/>
          <p:cNvPicPr preferRelativeResize="0"/>
          <p:nvPr/>
        </p:nvPicPr>
        <p:blipFill rotWithShape="1">
          <a:blip r:embed="rId3">
            <a:alphaModFix/>
          </a:blip>
          <a:srcRect b="0" l="0" r="0" t="0"/>
          <a:stretch/>
        </p:blipFill>
        <p:spPr>
          <a:xfrm>
            <a:off x="0" y="4749797"/>
            <a:ext cx="9144000" cy="393600"/>
          </a:xfrm>
          <a:prstGeom prst="rect">
            <a:avLst/>
          </a:prstGeom>
          <a:noFill/>
          <a:ln>
            <a:noFill/>
          </a:ln>
        </p:spPr>
      </p:pic>
      <p:sp>
        <p:nvSpPr>
          <p:cNvPr id="21" name="Google Shape;21;p7"/>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22" name="Google Shape;22;p7"/>
          <p:cNvPicPr preferRelativeResize="0"/>
          <p:nvPr/>
        </p:nvPicPr>
        <p:blipFill rotWithShape="1">
          <a:blip r:embed="rId4">
            <a:alphaModFix/>
          </a:blip>
          <a:srcRect b="0" l="0" r="0" t="0"/>
          <a:stretch/>
        </p:blipFill>
        <p:spPr>
          <a:xfrm>
            <a:off x="2905989" y="4827865"/>
            <a:ext cx="3332021" cy="278286"/>
          </a:xfrm>
          <a:prstGeom prst="rect">
            <a:avLst/>
          </a:prstGeom>
          <a:noFill/>
          <a:ln>
            <a:noFill/>
          </a:ln>
        </p:spPr>
      </p:pic>
      <p:pic>
        <p:nvPicPr>
          <p:cNvPr id="23" name="Google Shape;23;p7"/>
          <p:cNvPicPr preferRelativeResize="0"/>
          <p:nvPr/>
        </p:nvPicPr>
        <p:blipFill rotWithShape="1">
          <a:blip r:embed="rId5">
            <a:alphaModFix/>
          </a:blip>
          <a:srcRect b="0" l="0" r="0" t="0"/>
          <a:stretch/>
        </p:blipFill>
        <p:spPr>
          <a:xfrm>
            <a:off x="311700" y="4771154"/>
            <a:ext cx="584516" cy="345986"/>
          </a:xfrm>
          <a:prstGeom prst="rect">
            <a:avLst/>
          </a:prstGeom>
          <a:noFill/>
          <a:ln>
            <a:noFill/>
          </a:ln>
        </p:spPr>
      </p:pic>
      <p:pic>
        <p:nvPicPr>
          <p:cNvPr id="24" name="Google Shape;24;p7"/>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pic>
        <p:nvPicPr>
          <p:cNvPr id="26" name="Google Shape;26;p8"/>
          <p:cNvPicPr preferRelativeResize="0"/>
          <p:nvPr/>
        </p:nvPicPr>
        <p:blipFill rotWithShape="1">
          <a:blip r:embed="rId2">
            <a:alphaModFix amt="11000"/>
          </a:blip>
          <a:srcRect b="0" l="0" r="0" t="0"/>
          <a:stretch/>
        </p:blipFill>
        <p:spPr>
          <a:xfrm rot="-5400000">
            <a:off x="2158615" y="-2137275"/>
            <a:ext cx="868970" cy="5143501"/>
          </a:xfrm>
          <a:prstGeom prst="rect">
            <a:avLst/>
          </a:prstGeom>
          <a:noFill/>
          <a:ln>
            <a:noFill/>
          </a:ln>
        </p:spPr>
      </p:pic>
      <p:pic>
        <p:nvPicPr>
          <p:cNvPr id="27" name="Google Shape;27;p8"/>
          <p:cNvPicPr preferRelativeResize="0"/>
          <p:nvPr/>
        </p:nvPicPr>
        <p:blipFill rotWithShape="1">
          <a:blip r:embed="rId2">
            <a:alphaModFix amt="11000"/>
          </a:blip>
          <a:srcRect b="4935" l="0" r="0" t="17694"/>
          <a:stretch/>
        </p:blipFill>
        <p:spPr>
          <a:xfrm rot="-5400000">
            <a:off x="6719951" y="-1555100"/>
            <a:ext cx="868950" cy="3979151"/>
          </a:xfrm>
          <a:prstGeom prst="rect">
            <a:avLst/>
          </a:prstGeom>
          <a:noFill/>
          <a:ln>
            <a:noFill/>
          </a:ln>
        </p:spPr>
      </p:pic>
      <p:sp>
        <p:nvSpPr>
          <p:cNvPr id="28" name="Google Shape;28;p8"/>
          <p:cNvSpPr/>
          <p:nvPr/>
        </p:nvSpPr>
        <p:spPr>
          <a:xfrm rot="5400000">
            <a:off x="4113300" y="-4111500"/>
            <a:ext cx="917400" cy="9140400"/>
          </a:xfrm>
          <a:prstGeom prst="rect">
            <a:avLst/>
          </a:prstGeom>
          <a:gradFill>
            <a:gsLst>
              <a:gs pos="0">
                <a:schemeClr val="lt1"/>
              </a:gs>
              <a:gs pos="100000">
                <a:srgbClr val="FFFFFF">
                  <a:alpha val="0"/>
                </a:srgbClr>
              </a:gs>
            </a:gsLst>
            <a:lin ang="10800025" scaled="0"/>
          </a:grad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8"/>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rgbClr val="25346A"/>
              </a:buClr>
              <a:buSzPts val="2400"/>
              <a:buFont typeface="Roboto"/>
              <a:buNone/>
              <a:defRPr b="1" sz="2400">
                <a:solidFill>
                  <a:srgbClr val="25346A"/>
                </a:solidFill>
                <a:latin typeface="Roboto"/>
                <a:ea typeface="Roboto"/>
                <a:cs typeface="Roboto"/>
                <a:sym typeface="Roboto"/>
              </a:defRPr>
            </a:lvl1pPr>
            <a:lvl2pPr lvl="1" algn="l">
              <a:lnSpc>
                <a:spcPct val="100000"/>
              </a:lnSpc>
              <a:spcBef>
                <a:spcPts val="0"/>
              </a:spcBef>
              <a:spcAft>
                <a:spcPts val="0"/>
              </a:spcAft>
              <a:buSzPts val="2400"/>
              <a:buFont typeface="Roboto"/>
              <a:buNone/>
              <a:defRPr b="1" sz="2400">
                <a:latin typeface="Roboto"/>
                <a:ea typeface="Roboto"/>
                <a:cs typeface="Roboto"/>
                <a:sym typeface="Roboto"/>
              </a:defRPr>
            </a:lvl2pPr>
            <a:lvl3pPr lvl="2" algn="l">
              <a:lnSpc>
                <a:spcPct val="100000"/>
              </a:lnSpc>
              <a:spcBef>
                <a:spcPts val="0"/>
              </a:spcBef>
              <a:spcAft>
                <a:spcPts val="0"/>
              </a:spcAft>
              <a:buSzPts val="2400"/>
              <a:buFont typeface="Roboto"/>
              <a:buNone/>
              <a:defRPr b="1" sz="2400">
                <a:latin typeface="Roboto"/>
                <a:ea typeface="Roboto"/>
                <a:cs typeface="Roboto"/>
                <a:sym typeface="Roboto"/>
              </a:defRPr>
            </a:lvl3pPr>
            <a:lvl4pPr lvl="3" algn="l">
              <a:lnSpc>
                <a:spcPct val="100000"/>
              </a:lnSpc>
              <a:spcBef>
                <a:spcPts val="0"/>
              </a:spcBef>
              <a:spcAft>
                <a:spcPts val="0"/>
              </a:spcAft>
              <a:buSzPts val="2400"/>
              <a:buFont typeface="Roboto"/>
              <a:buNone/>
              <a:defRPr b="1" sz="2400">
                <a:latin typeface="Roboto"/>
                <a:ea typeface="Roboto"/>
                <a:cs typeface="Roboto"/>
                <a:sym typeface="Roboto"/>
              </a:defRPr>
            </a:lvl4pPr>
            <a:lvl5pPr lvl="4" algn="l">
              <a:lnSpc>
                <a:spcPct val="100000"/>
              </a:lnSpc>
              <a:spcBef>
                <a:spcPts val="0"/>
              </a:spcBef>
              <a:spcAft>
                <a:spcPts val="0"/>
              </a:spcAft>
              <a:buSzPts val="2400"/>
              <a:buFont typeface="Roboto"/>
              <a:buNone/>
              <a:defRPr b="1" sz="2400">
                <a:latin typeface="Roboto"/>
                <a:ea typeface="Roboto"/>
                <a:cs typeface="Roboto"/>
                <a:sym typeface="Roboto"/>
              </a:defRPr>
            </a:lvl5pPr>
            <a:lvl6pPr lvl="5" algn="l">
              <a:lnSpc>
                <a:spcPct val="100000"/>
              </a:lnSpc>
              <a:spcBef>
                <a:spcPts val="0"/>
              </a:spcBef>
              <a:spcAft>
                <a:spcPts val="0"/>
              </a:spcAft>
              <a:buSzPts val="2400"/>
              <a:buFont typeface="Roboto"/>
              <a:buNone/>
              <a:defRPr b="1" sz="2400">
                <a:latin typeface="Roboto"/>
                <a:ea typeface="Roboto"/>
                <a:cs typeface="Roboto"/>
                <a:sym typeface="Roboto"/>
              </a:defRPr>
            </a:lvl6pPr>
            <a:lvl7pPr lvl="6" algn="l">
              <a:lnSpc>
                <a:spcPct val="100000"/>
              </a:lnSpc>
              <a:spcBef>
                <a:spcPts val="0"/>
              </a:spcBef>
              <a:spcAft>
                <a:spcPts val="0"/>
              </a:spcAft>
              <a:buSzPts val="2400"/>
              <a:buFont typeface="Roboto"/>
              <a:buNone/>
              <a:defRPr b="1" sz="2400">
                <a:latin typeface="Roboto"/>
                <a:ea typeface="Roboto"/>
                <a:cs typeface="Roboto"/>
                <a:sym typeface="Roboto"/>
              </a:defRPr>
            </a:lvl7pPr>
            <a:lvl8pPr lvl="7" algn="l">
              <a:lnSpc>
                <a:spcPct val="100000"/>
              </a:lnSpc>
              <a:spcBef>
                <a:spcPts val="0"/>
              </a:spcBef>
              <a:spcAft>
                <a:spcPts val="0"/>
              </a:spcAft>
              <a:buSzPts val="2400"/>
              <a:buFont typeface="Roboto"/>
              <a:buNone/>
              <a:defRPr b="1" sz="2400">
                <a:latin typeface="Roboto"/>
                <a:ea typeface="Roboto"/>
                <a:cs typeface="Roboto"/>
                <a:sym typeface="Roboto"/>
              </a:defRPr>
            </a:lvl8pPr>
            <a:lvl9pPr lvl="8" algn="l">
              <a:lnSpc>
                <a:spcPct val="100000"/>
              </a:lnSpc>
              <a:spcBef>
                <a:spcPts val="0"/>
              </a:spcBef>
              <a:spcAft>
                <a:spcPts val="0"/>
              </a:spcAft>
              <a:buSzPts val="2400"/>
              <a:buFont typeface="Roboto"/>
              <a:buNone/>
              <a:defRPr b="1" sz="2400">
                <a:latin typeface="Roboto"/>
                <a:ea typeface="Roboto"/>
                <a:cs typeface="Roboto"/>
                <a:sym typeface="Roboto"/>
              </a:defRPr>
            </a:lvl9pPr>
          </a:lstStyle>
          <a:p/>
        </p:txBody>
      </p:sp>
      <p:pic>
        <p:nvPicPr>
          <p:cNvPr id="30" name="Google Shape;30;p8"/>
          <p:cNvPicPr preferRelativeResize="0"/>
          <p:nvPr/>
        </p:nvPicPr>
        <p:blipFill rotWithShape="1">
          <a:blip r:embed="rId3">
            <a:alphaModFix/>
          </a:blip>
          <a:srcRect b="0" l="53583" r="0" t="0"/>
          <a:stretch/>
        </p:blipFill>
        <p:spPr>
          <a:xfrm>
            <a:off x="0" y="394226"/>
            <a:ext cx="311700" cy="674100"/>
          </a:xfrm>
          <a:prstGeom prst="rect">
            <a:avLst/>
          </a:prstGeom>
          <a:noFill/>
          <a:ln>
            <a:noFill/>
          </a:ln>
        </p:spPr>
      </p:pic>
      <p:pic>
        <p:nvPicPr>
          <p:cNvPr id="31" name="Google Shape;31;p8"/>
          <p:cNvPicPr preferRelativeResize="0"/>
          <p:nvPr/>
        </p:nvPicPr>
        <p:blipFill rotWithShape="1">
          <a:blip r:embed="rId4">
            <a:alphaModFix/>
          </a:blip>
          <a:srcRect b="0" l="0" r="0" t="0"/>
          <a:stretch/>
        </p:blipFill>
        <p:spPr>
          <a:xfrm>
            <a:off x="0" y="4749797"/>
            <a:ext cx="9144000" cy="393600"/>
          </a:xfrm>
          <a:prstGeom prst="rect">
            <a:avLst/>
          </a:prstGeom>
          <a:noFill/>
          <a:ln>
            <a:noFill/>
          </a:ln>
        </p:spPr>
      </p:pic>
      <p:sp>
        <p:nvSpPr>
          <p:cNvPr id="32" name="Google Shape;32;p8"/>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pic>
        <p:nvPicPr>
          <p:cNvPr id="33" name="Google Shape;33;p8"/>
          <p:cNvPicPr preferRelativeResize="0"/>
          <p:nvPr/>
        </p:nvPicPr>
        <p:blipFill rotWithShape="1">
          <a:blip r:embed="rId5">
            <a:alphaModFix/>
          </a:blip>
          <a:srcRect b="0" l="0" r="0" t="0"/>
          <a:stretch/>
        </p:blipFill>
        <p:spPr>
          <a:xfrm>
            <a:off x="2905989" y="4827865"/>
            <a:ext cx="3332021" cy="278286"/>
          </a:xfrm>
          <a:prstGeom prst="rect">
            <a:avLst/>
          </a:prstGeom>
          <a:noFill/>
          <a:ln>
            <a:noFill/>
          </a:ln>
        </p:spPr>
      </p:pic>
      <p:pic>
        <p:nvPicPr>
          <p:cNvPr id="34" name="Google Shape;34;p8"/>
          <p:cNvPicPr preferRelativeResize="0"/>
          <p:nvPr/>
        </p:nvPicPr>
        <p:blipFill rotWithShape="1">
          <a:blip r:embed="rId6">
            <a:alphaModFix/>
          </a:blip>
          <a:srcRect b="0" l="0" r="0" t="0"/>
          <a:stretch/>
        </p:blipFill>
        <p:spPr>
          <a:xfrm>
            <a:off x="7026412" y="4790989"/>
            <a:ext cx="1446045" cy="321343"/>
          </a:xfrm>
          <a:prstGeom prst="rect">
            <a:avLst/>
          </a:prstGeom>
          <a:noFill/>
          <a:ln>
            <a:noFill/>
          </a:ln>
        </p:spPr>
      </p:pic>
      <p:pic>
        <p:nvPicPr>
          <p:cNvPr id="35" name="Google Shape;35;p8"/>
          <p:cNvPicPr preferRelativeResize="0"/>
          <p:nvPr/>
        </p:nvPicPr>
        <p:blipFill rotWithShape="1">
          <a:blip r:embed="rId7">
            <a:alphaModFix/>
          </a:blip>
          <a:srcRect b="0" l="0" r="0" t="0"/>
          <a:stretch/>
        </p:blipFill>
        <p:spPr>
          <a:xfrm>
            <a:off x="311700" y="4771154"/>
            <a:ext cx="584516" cy="345986"/>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36" name="Shape 36"/>
        <p:cNvGrpSpPr/>
        <p:nvPr/>
      </p:nvGrpSpPr>
      <p:grpSpPr>
        <a:xfrm>
          <a:off x="0" y="0"/>
          <a:ext cx="0" cy="0"/>
          <a:chOff x="0" y="0"/>
          <a:chExt cx="0" cy="0"/>
        </a:xfrm>
      </p:grpSpPr>
      <p:pic>
        <p:nvPicPr>
          <p:cNvPr id="37" name="Google Shape;37;p9"/>
          <p:cNvPicPr preferRelativeResize="0"/>
          <p:nvPr/>
        </p:nvPicPr>
        <p:blipFill rotWithShape="1">
          <a:blip r:embed="rId2">
            <a:alphaModFix/>
          </a:blip>
          <a:srcRect b="0" l="0" r="0" t="0"/>
          <a:stretch/>
        </p:blipFill>
        <p:spPr>
          <a:xfrm>
            <a:off x="1115" y="0"/>
            <a:ext cx="9155849" cy="5151422"/>
          </a:xfrm>
          <a:prstGeom prst="rect">
            <a:avLst/>
          </a:prstGeom>
          <a:noFill/>
          <a:ln>
            <a:noFill/>
          </a:ln>
        </p:spPr>
      </p:pic>
      <p:pic>
        <p:nvPicPr>
          <p:cNvPr id="38" name="Google Shape;38;p9"/>
          <p:cNvPicPr preferRelativeResize="0"/>
          <p:nvPr/>
        </p:nvPicPr>
        <p:blipFill rotWithShape="1">
          <a:blip r:embed="rId3">
            <a:alphaModFix/>
          </a:blip>
          <a:srcRect b="0" l="0" r="0" t="0"/>
          <a:stretch/>
        </p:blipFill>
        <p:spPr>
          <a:xfrm>
            <a:off x="6657348" y="1505461"/>
            <a:ext cx="2272593" cy="189804"/>
          </a:xfrm>
          <a:prstGeom prst="rect">
            <a:avLst/>
          </a:prstGeom>
          <a:noFill/>
          <a:ln>
            <a:noFill/>
          </a:ln>
        </p:spPr>
      </p:pic>
      <p:pic>
        <p:nvPicPr>
          <p:cNvPr id="39" name="Google Shape;39;p9"/>
          <p:cNvPicPr preferRelativeResize="0"/>
          <p:nvPr/>
        </p:nvPicPr>
        <p:blipFill rotWithShape="1">
          <a:blip r:embed="rId4">
            <a:alphaModFix/>
          </a:blip>
          <a:srcRect b="0" l="0" r="0" t="0"/>
          <a:stretch/>
        </p:blipFill>
        <p:spPr>
          <a:xfrm>
            <a:off x="6657348" y="187745"/>
            <a:ext cx="2063598" cy="1295458"/>
          </a:xfrm>
          <a:prstGeom prst="rect">
            <a:avLst/>
          </a:prstGeom>
          <a:noFill/>
          <a:ln>
            <a:noFill/>
          </a:ln>
        </p:spPr>
      </p:pic>
      <p:sp>
        <p:nvSpPr>
          <p:cNvPr id="40" name="Google Shape;40;p9"/>
          <p:cNvSpPr txBox="1"/>
          <p:nvPr>
            <p:ph type="title"/>
          </p:nvPr>
        </p:nvSpPr>
        <p:spPr>
          <a:xfrm>
            <a:off x="0" y="2220966"/>
            <a:ext cx="9142200" cy="12438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rgbClr val="F39725"/>
              </a:buClr>
              <a:buSzPts val="5000"/>
              <a:buNone/>
              <a:defRPr sz="5000">
                <a:solidFill>
                  <a:schemeClr val="lt1"/>
                </a:solidFill>
              </a:defRPr>
            </a:lvl1pPr>
            <a:lvl2pPr lvl="1" algn="l">
              <a:lnSpc>
                <a:spcPct val="100000"/>
              </a:lnSpc>
              <a:spcBef>
                <a:spcPts val="0"/>
              </a:spcBef>
              <a:spcAft>
                <a:spcPts val="0"/>
              </a:spcAft>
              <a:buClr>
                <a:srgbClr val="F39725"/>
              </a:buClr>
              <a:buSzPts val="2800"/>
              <a:buNone/>
              <a:defRPr>
                <a:solidFill>
                  <a:srgbClr val="F39725"/>
                </a:solidFill>
              </a:defRPr>
            </a:lvl2pPr>
            <a:lvl3pPr lvl="2" algn="l">
              <a:lnSpc>
                <a:spcPct val="100000"/>
              </a:lnSpc>
              <a:spcBef>
                <a:spcPts val="0"/>
              </a:spcBef>
              <a:spcAft>
                <a:spcPts val="0"/>
              </a:spcAft>
              <a:buClr>
                <a:srgbClr val="F39725"/>
              </a:buClr>
              <a:buSzPts val="2800"/>
              <a:buNone/>
              <a:defRPr>
                <a:solidFill>
                  <a:srgbClr val="F39725"/>
                </a:solidFill>
              </a:defRPr>
            </a:lvl3pPr>
            <a:lvl4pPr lvl="3" algn="l">
              <a:lnSpc>
                <a:spcPct val="100000"/>
              </a:lnSpc>
              <a:spcBef>
                <a:spcPts val="0"/>
              </a:spcBef>
              <a:spcAft>
                <a:spcPts val="0"/>
              </a:spcAft>
              <a:buClr>
                <a:srgbClr val="F39725"/>
              </a:buClr>
              <a:buSzPts val="2800"/>
              <a:buNone/>
              <a:defRPr>
                <a:solidFill>
                  <a:srgbClr val="F39725"/>
                </a:solidFill>
              </a:defRPr>
            </a:lvl4pPr>
            <a:lvl5pPr lvl="4" algn="l">
              <a:lnSpc>
                <a:spcPct val="100000"/>
              </a:lnSpc>
              <a:spcBef>
                <a:spcPts val="0"/>
              </a:spcBef>
              <a:spcAft>
                <a:spcPts val="0"/>
              </a:spcAft>
              <a:buClr>
                <a:srgbClr val="F39725"/>
              </a:buClr>
              <a:buSzPts val="2800"/>
              <a:buNone/>
              <a:defRPr>
                <a:solidFill>
                  <a:srgbClr val="F39725"/>
                </a:solidFill>
              </a:defRPr>
            </a:lvl5pPr>
            <a:lvl6pPr lvl="5" algn="l">
              <a:lnSpc>
                <a:spcPct val="100000"/>
              </a:lnSpc>
              <a:spcBef>
                <a:spcPts val="0"/>
              </a:spcBef>
              <a:spcAft>
                <a:spcPts val="0"/>
              </a:spcAft>
              <a:buClr>
                <a:srgbClr val="F39725"/>
              </a:buClr>
              <a:buSzPts val="2800"/>
              <a:buNone/>
              <a:defRPr>
                <a:solidFill>
                  <a:srgbClr val="F39725"/>
                </a:solidFill>
              </a:defRPr>
            </a:lvl6pPr>
            <a:lvl7pPr lvl="6" algn="l">
              <a:lnSpc>
                <a:spcPct val="100000"/>
              </a:lnSpc>
              <a:spcBef>
                <a:spcPts val="0"/>
              </a:spcBef>
              <a:spcAft>
                <a:spcPts val="0"/>
              </a:spcAft>
              <a:buClr>
                <a:srgbClr val="F39725"/>
              </a:buClr>
              <a:buSzPts val="2800"/>
              <a:buNone/>
              <a:defRPr>
                <a:solidFill>
                  <a:srgbClr val="F39725"/>
                </a:solidFill>
              </a:defRPr>
            </a:lvl7pPr>
            <a:lvl8pPr lvl="7" algn="l">
              <a:lnSpc>
                <a:spcPct val="100000"/>
              </a:lnSpc>
              <a:spcBef>
                <a:spcPts val="0"/>
              </a:spcBef>
              <a:spcAft>
                <a:spcPts val="0"/>
              </a:spcAft>
              <a:buClr>
                <a:srgbClr val="F39725"/>
              </a:buClr>
              <a:buSzPts val="2800"/>
              <a:buNone/>
              <a:defRPr>
                <a:solidFill>
                  <a:srgbClr val="F39725"/>
                </a:solidFill>
              </a:defRPr>
            </a:lvl8pPr>
            <a:lvl9pPr lvl="8" algn="l">
              <a:lnSpc>
                <a:spcPct val="100000"/>
              </a:lnSpc>
              <a:spcBef>
                <a:spcPts val="0"/>
              </a:spcBef>
              <a:spcAft>
                <a:spcPts val="0"/>
              </a:spcAft>
              <a:buClr>
                <a:srgbClr val="F39725"/>
              </a:buClr>
              <a:buSzPts val="2800"/>
              <a:buNone/>
              <a:defRPr>
                <a:solidFill>
                  <a:srgbClr val="F39725"/>
                </a:solidFil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1pPr>
            <a:lvl2pPr lvl="1"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2800"/>
              <a:buFont typeface="Roboto"/>
              <a:buNone/>
              <a:defRPr b="1" i="0" sz="2800" u="none" cap="none" strike="noStrike">
                <a:solidFill>
                  <a:schemeClr val="dk1"/>
                </a:solidFill>
                <a:latin typeface="Roboto"/>
                <a:ea typeface="Roboto"/>
                <a:cs typeface="Roboto"/>
                <a:sym typeface="Roboto"/>
              </a:defRPr>
            </a:lvl9pPr>
          </a:lstStyle>
          <a:p/>
        </p:txBody>
      </p:sp>
      <p:sp>
        <p:nvSpPr>
          <p:cNvPr id="7" name="Google Shape;7;p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a:buChar char="●"/>
              <a:defRPr b="0" i="0" sz="1800" u="none" cap="none" strike="noStrike">
                <a:solidFill>
                  <a:schemeClr val="dk2"/>
                </a:solidFill>
                <a:latin typeface="Roboto"/>
                <a:ea typeface="Roboto"/>
                <a:cs typeface="Roboto"/>
                <a:sym typeface="Roboto"/>
              </a:defRPr>
            </a:lvl1pPr>
            <a:lvl2pPr indent="-317500" lvl="1" marL="914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2pPr>
            <a:lvl3pPr indent="-317500" lvl="2" marL="1371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3pPr>
            <a:lvl4pPr indent="-317500" lvl="3" marL="1828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4pPr>
            <a:lvl5pPr indent="-317500" lvl="4" marL="22860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5pPr>
            <a:lvl6pPr indent="-317500" lvl="5" marL="27432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6pPr>
            <a:lvl7pPr indent="-317500" lvl="6" marL="32004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7pPr>
            <a:lvl8pPr indent="-317500" lvl="7" marL="36576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8pPr>
            <a:lvl9pPr indent="-317500" lvl="8" marL="4114800" marR="0" rtl="0" algn="l">
              <a:lnSpc>
                <a:spcPct val="115000"/>
              </a:lnSpc>
              <a:spcBef>
                <a:spcPts val="0"/>
              </a:spcBef>
              <a:spcAft>
                <a:spcPts val="0"/>
              </a:spcAft>
              <a:buClr>
                <a:schemeClr val="dk2"/>
              </a:buClr>
              <a:buSzPts val="1400"/>
              <a:buFont typeface="Roboto"/>
              <a:buChar char="■"/>
              <a:defRPr b="0" i="0" sz="1400" u="none" cap="none" strike="noStrike">
                <a:solidFill>
                  <a:schemeClr val="dk2"/>
                </a:solidFill>
                <a:latin typeface="Roboto"/>
                <a:ea typeface="Roboto"/>
                <a:cs typeface="Roboto"/>
                <a:sym typeface="Roboto"/>
              </a:defRPr>
            </a:lvl9pPr>
          </a:lstStyle>
          <a:p/>
        </p:txBody>
      </p:sp>
      <p:sp>
        <p:nvSpPr>
          <p:cNvPr id="8" name="Google Shape;8;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
          <p:cNvSpPr txBox="1"/>
          <p:nvPr>
            <p:ph type="title"/>
          </p:nvPr>
        </p:nvSpPr>
        <p:spPr>
          <a:xfrm>
            <a:off x="464100" y="3098125"/>
            <a:ext cx="6988200" cy="910500"/>
          </a:xfrm>
          <a:prstGeom prst="rect">
            <a:avLst/>
          </a:prstGeom>
          <a:noFill/>
          <a:ln>
            <a:noFill/>
          </a:ln>
        </p:spPr>
        <p:txBody>
          <a:bodyPr anchorCtr="0" anchor="t" bIns="91425" lIns="91425" spcFirstLastPara="1" rIns="91425" wrap="square" tIns="91425">
            <a:normAutofit/>
          </a:bodyPr>
          <a:lstStyle/>
          <a:p>
            <a:pPr indent="0" marL="0" rtl="0" algn="l">
              <a:lnSpc>
                <a:spcPct val="100000"/>
              </a:lnSpc>
              <a:spcBef>
                <a:spcPts val="0"/>
              </a:spcBef>
              <a:spcAft>
                <a:spcPts val="0"/>
              </a:spcAft>
              <a:buClr>
                <a:srgbClr val="FFFFFF"/>
              </a:buClr>
              <a:buSzPts val="4000"/>
              <a:buNone/>
            </a:pPr>
            <a:r>
              <a:t>GreenCharge Autopilot</a:t>
            </a:r>
            <a:endParaRPr/>
          </a:p>
        </p:txBody>
      </p:sp>
      <p:sp>
        <p:nvSpPr>
          <p:cNvPr id="46" name="Google Shape;46;p1"/>
          <p:cNvSpPr txBox="1"/>
          <p:nvPr>
            <p:ph idx="1" type="subTitle"/>
          </p:nvPr>
        </p:nvSpPr>
        <p:spPr>
          <a:xfrm>
            <a:off x="464100" y="3794075"/>
            <a:ext cx="7516500" cy="795600"/>
          </a:xfrm>
          <a:prstGeom prst="rect">
            <a:avLst/>
          </a:prstGeom>
          <a:noFill/>
          <a:ln>
            <a:noFill/>
          </a:ln>
        </p:spPr>
        <p:txBody>
          <a:bodyPr anchorCtr="0" anchor="ctr" bIns="91425" lIns="91425" spcFirstLastPara="1" rIns="91425" wrap="square" tIns="91425">
            <a:normAutofit/>
          </a:bodyPr>
          <a:lstStyle/>
          <a:p>
            <a:pPr indent="-342900" marL="457200" rtl="0" algn="l">
              <a:lnSpc>
                <a:spcPct val="115000"/>
              </a:lnSpc>
              <a:spcBef>
                <a:spcPts val="0"/>
              </a:spcBef>
              <a:spcAft>
                <a:spcPts val="0"/>
              </a:spcAft>
              <a:buClr>
                <a:srgbClr val="EF7C14"/>
              </a:buClr>
              <a:buSzPts val="2500"/>
              <a:buFont typeface="Roboto Medium"/>
              <a:buNone/>
            </a:pPr>
            <a:r>
              <a:rPr sz="1400"/>
              <a:t>ENACT policies that change the running app, with proof that it worked</a:t>
            </a:r>
            <a:endParaRPr/>
          </a:p>
          <a:p>
            <a:pPr/>
            <a:r>
              <a:rPr sz="1400"/>
              <a:t>Challenge 3 (ENACT), Kubernetes Dynamic Adaptation  ·  Team Harrie</a:t>
            </a:r>
          </a:p>
        </p:txBody>
      </p:sp>
      <p:pic>
        <p:nvPicPr>
          <p:cNvPr id="47" name="Picture 46" descr="wordmark.png"/>
          <p:cNvPicPr>
            <a:picLocks noChangeAspect="1"/>
          </p:cNvPicPr>
          <p:nvPr/>
        </p:nvPicPr>
        <p:blipFill>
          <a:blip r:embed="rId3"/>
          <a:stretch>
            <a:fillRect/>
          </a:stretch>
        </p:blipFill>
        <p:spPr>
          <a:xfrm>
            <a:off x="464100" y="2050000"/>
            <a:ext cx="4400000" cy="75428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2"/>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GitHub repo</a:t>
            </a:r>
            <a:endParaRPr/>
          </a:p>
        </p:txBody>
      </p:sp>
      <p:sp>
        <p:nvSpPr>
          <p:cNvPr id="52" name="Google Shape;52;p2"/>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600"/>
              <a:t>github.com/IamHarrie-Labs/greencharge-autopilot</a:t>
            </a:r>
            <a:endParaRPr/>
          </a:p>
          <a:p>
            <a:pPr/>
            <a:r>
              <a:rPr sz="1600"/>
              <a:t>To run it, use make setup, then make operator-fix, make deploy and make autopilot-ui</a:t>
            </a:r>
          </a:p>
          <a:p>
            <a:pPr/>
            <a:r>
              <a:rPr sz="1600"/>
              <a:t>What's in it</a:t>
            </a:r>
          </a:p>
          <a:p>
            <a:pPr lvl="1"/>
            <a:r>
              <a:rPr sz="1500"/>
              <a:t>greencharge/ holds the app, the ENACT Application Controller setup (policy model and compliance) and the autopilot</a:t>
            </a:r>
          </a:p>
          <a:p>
            <a:pPr lvl="1"/>
            <a:r>
              <a:rPr sz="1500"/>
              <a:t>operator-fix/ holds our patch to the ENACT policy operator for metrics login and a Hard rule bug, with tests</a:t>
            </a:r>
          </a:p>
          <a:p>
            <a:pPr lvl="1"/>
            <a:r>
              <a:rPr sz="1500"/>
              <a:t>docs/evidence/ holds every adaptation recorded on the live cluster and the dataspace transfer records</a:t>
            </a:r>
          </a:p>
          <a:p>
            <a:pPr lvl="1"/>
            <a:r>
              <a:rPr sz="1500"/>
              <a:t>Apache-2.0 · 13 Java tests and 4 Go tests</a:t>
            </a:r>
          </a:p>
        </p:txBody>
      </p:sp>
      <p:sp>
        <p:nvSpPr>
          <p:cNvPr id="53" name="Google Shape;53;p2"/>
          <p:cNvSpPr txBox="1"/>
          <p:nvPr>
            <p:ph idx="12" type="sldNum"/>
          </p:nvPr>
        </p:nvSpPr>
        <p:spPr>
          <a:xfrm>
            <a:off x="8472458" y="4789959"/>
            <a:ext cx="548700" cy="316192"/>
          </a:xfrm>
          <a:prstGeom prst="rect">
            <a:avLst/>
          </a:prstGeom>
          <a:noFill/>
          <a:ln>
            <a:noFill/>
          </a:ln>
        </p:spPr>
        <p:txBody>
          <a:bodyPr anchorCtr="0" anchor="ctr" bIns="91425" lIns="91425" spcFirstLastPara="1" rIns="91425" wrap="square" tIns="91425">
            <a:normAutofit fontScale="92500" lnSpcReduction="10000"/>
          </a:bodyPr>
          <a:lstStyle/>
          <a:p>
            <a:pPr indent="0" lvl="0" marL="0" marR="0" rtl="0" algn="r">
              <a:lnSpc>
                <a:spcPct val="100000"/>
              </a:lnSpc>
              <a:spcBef>
                <a:spcPts val="0"/>
              </a:spcBef>
              <a:spcAft>
                <a:spcPts val="0"/>
              </a:spcAft>
              <a:buClr>
                <a:srgbClr val="000000"/>
              </a:buClr>
              <a:buSzPct val="108108"/>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 name="Shape 57"/>
        <p:cNvGrpSpPr/>
        <p:nvPr/>
      </p:nvGrpSpPr>
      <p:grpSpPr>
        <a:xfrm>
          <a:off x="0" y="0"/>
          <a:ext cx="0" cy="0"/>
          <a:chOff x="0" y="0"/>
          <a:chExt cx="0" cy="0"/>
        </a:xfrm>
      </p:grpSpPr>
      <p:sp>
        <p:nvSpPr>
          <p:cNvPr id="58" name="Google Shape;58;h2296137532f5afa_0_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Summary</a:t>
            </a:r>
            <a:endParaRPr/>
          </a:p>
        </p:txBody>
      </p:sp>
      <p:sp>
        <p:nvSpPr>
          <p:cNvPr id="59" name="Google Shape;59;h2296137532f5afa_0_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300"/>
              <a:t>ENACT says what a workload should look like. The Application Controller recommends scale_up or scale_down and the policy operator picks a node. Nothing then changes the running app, and in the hackathon cluster the operator could not decide anything because TDCME refused it with 401.</a:t>
            </a:r>
            <a:endParaRPr/>
          </a:p>
          <a:p>
            <a:pPr/>
            <a:r>
              <a:rPr sz="1300"/>
              <a:t>What we built</a:t>
            </a:r>
          </a:p>
          <a:p>
            <a:pPr lvl="1"/>
            <a:r>
              <a:rPr sz="1200"/>
              <a:t>A fix for the ENACT operator. It now logs in with a token, stops ranking nodes again every 30 s because of a Hard rule bug, and explains each rejection</a:t>
            </a:r>
          </a:p>
          <a:p>
            <a:pPr lvl="1"/>
            <a:r>
              <a:rPr sz="1200"/>
              <a:t>GreenCharge Autopilot detects a problem, takes the decision from ENACT, checks it against the Hard rules, applies it, verifies the rollout and health, and rolls back if needed</a:t>
            </a:r>
          </a:p>
          <a:p>
            <a:pPr lvl="1"/>
            <a:r>
              <a:rPr sz="1200"/>
              <a:t>An evidence log showing what was measured, what ENACT decided, what changed and whether the app recovered</a:t>
            </a:r>
          </a:p>
          <a:p>
            <a:pPr lvl="1"/>
            <a:r>
              <a:rPr sz="1200"/>
              <a:t>The ENACT SDK libraries run from scripts. Packaging builds the Helm chart, the policy passes the CRD check, and the dataspace negotiation and transfer complete. Only the download from the organisers' relay is blocked</a:t>
            </a:r>
          </a:p>
        </p:txBody>
      </p:sp>
      <p:sp>
        <p:nvSpPr>
          <p:cNvPr id="60" name="Google Shape;60;h2296137532f5afa_0_0"/>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 name="Shape 64"/>
        <p:cNvGrpSpPr/>
        <p:nvPr/>
      </p:nvGrpSpPr>
      <p:grpSpPr>
        <a:xfrm>
          <a:off x="0" y="0"/>
          <a:ext cx="0" cy="0"/>
          <a:chOff x="0" y="0"/>
          <a:chExt cx="0" cy="0"/>
        </a:xfrm>
      </p:grpSpPr>
      <p:sp>
        <p:nvSpPr>
          <p:cNvPr id="65" name="Google Shape;65;h2296137532f5afa_0_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p>
            <a:pPr indent="0" lvl="0" marL="0" rtl="0" algn="l">
              <a:lnSpc>
                <a:spcPct val="100000"/>
              </a:lnSpc>
              <a:spcBef>
                <a:spcPts val="0"/>
              </a:spcBef>
              <a:spcAft>
                <a:spcPts val="0"/>
              </a:spcAft>
              <a:buSzPts val="2400"/>
              <a:buFont typeface="Roboto"/>
              <a:buNone/>
            </a:pPr>
            <a:r>
              <a:rPr lang="en"/>
              <a:t>Highlights</a:t>
            </a:r>
            <a:endParaRPr/>
          </a:p>
        </p:txBody>
      </p:sp>
      <p:sp>
        <p:nvSpPr>
          <p:cNvPr id="66" name="Google Shape;66;h2296137532f5afa_0_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317500" marL="457200" rtl="0" algn="l">
              <a:lnSpc>
                <a:spcPct val="115000"/>
              </a:lnSpc>
              <a:spcBef>
                <a:spcPts val="0"/>
              </a:spcBef>
              <a:spcAft>
                <a:spcPts val="0"/>
              </a:spcAft>
              <a:buSzPts val="1400"/>
              <a:buChar char="●"/>
            </a:pPr>
            <a:r>
              <a:rPr sz="1400"/>
              <a:t>Measured on the challenge's own 3 node kind cluster</a:t>
            </a:r>
            <a:endParaRPr/>
          </a:p>
          <a:p>
            <a:pPr lvl="1"/>
            <a:r>
              <a:rPr sz="1300"/>
              <a:t>An app outside its policy (0.5 CPU on the wrong node) was adapted and verified in 105 s</a:t>
            </a:r>
          </a:p>
          <a:p>
            <a:pPr lvl="1"/>
            <a:r>
              <a:rPr sz="1300"/>
              <a:t>A move to a node outside eu-west was refused by the Hard rule and the app was left alone</a:t>
            </a:r>
          </a:p>
          <a:p>
            <a:pPr lvl="1"/>
            <a:r>
              <a:rPr sz="1300"/>
              <a:t>A change that could never become healthy was rolled back in 100 s, undoing only its own settings</a:t>
            </a:r>
          </a:p>
          <a:p>
            <a:pPr lvl="1"/>
            <a:r>
              <a:rPr sz="1300"/>
              <a:t>When a node left eu-west the operator picked again, the app moved, and nothing flipped back afterwards</a:t>
            </a:r>
          </a:p>
          <a:p>
            <a:pPr lvl="1"/>
            <a:r>
              <a:rPr sz="1300"/>
              <a:t>With the edge role policy GreenCharge runs on enact-dev-worker, as the brief asks</a:t>
            </a:r>
          </a:p>
          <a:p>
            <a:pPr/>
            <a:r>
              <a:rPr sz="1400"/>
              <a:t>Running it for real exposed 3 bugs in our own design (a rollback that undid Helm's change, the wrong rollout check, a refused patch shown as HTTP 500). All three are fixed and tested</a:t>
            </a:r>
          </a:p>
          <a:p>
            <a:pPr lvl="1"/>
            <a:r>
              <a:rPr sz="1300"/>
              <a:t>The ENACT SDK libraries handle packaging, policy validation and the dataspace flow, with one command each</a:t>
            </a:r>
          </a:p>
        </p:txBody>
      </p:sp>
      <p:sp>
        <p:nvSpPr>
          <p:cNvPr id="67" name="Google Shape;67;h2296137532f5afa_0_6"/>
          <p:cNvSpPr txBox="1"/>
          <p:nvPr>
            <p:ph idx="12" type="sldNum"/>
          </p:nvPr>
        </p:nvSpPr>
        <p:spPr>
          <a:xfrm>
            <a:off x="8472458" y="4789959"/>
            <a:ext cx="548700" cy="316200"/>
          </a:xfrm>
          <a:prstGeom prst="rect">
            <a:avLst/>
          </a:prstGeom>
          <a:noFill/>
          <a:ln>
            <a:noFill/>
          </a:ln>
        </p:spPr>
        <p:txBody>
          <a:bodyPr anchorCtr="0" anchor="ctr" bIns="91425" lIns="91425" spcFirstLastPara="1" rIns="91425" wrap="square" tIns="91425">
            <a:normAutofit lnSpcReduction="20000"/>
          </a:bodyPr>
          <a:lstStyle/>
          <a:p>
            <a:pPr indent="0" lvl="0" marL="0" marR="0" rtl="0" algn="r">
              <a:lnSpc>
                <a:spcPct val="100000"/>
              </a:lnSpc>
              <a:spcBef>
                <a:spcPts val="0"/>
              </a:spcBef>
              <a:spcAft>
                <a:spcPts val="0"/>
              </a:spcAft>
              <a:buClr>
                <a:srgbClr val="000000"/>
              </a:buClr>
              <a:buSzPts val="1081"/>
              <a:buFont typeface="Arial"/>
              <a:buNone/>
            </a:pPr>
            <a:fld id="{00000000-1234-1234-1234-123412341234}" type="slidenum">
              <a:rPr lang="en"/>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Anastasios Zafeiropoulos</dc:creator>
</cp:coreProperties>
</file>