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1143000"/>
            <a:ext cx="17183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16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VELES HACK 2026 · CHALLENGE 3 ENACT · TEAM HARRIE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333500" y="3892004"/>
            <a:ext cx="1718310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747"/>
              </a:lnSpc>
              <a:buNone/>
            </a:pPr>
            <a:r>
              <a:rPr lang="en-US" sz="10800" b="1" spc="-3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GreenCharge Autopilot</a:t>
            </a:r>
            <a:endParaRPr lang="en-US" sz="10800" dirty="0"/>
          </a:p>
        </p:txBody>
      </p:sp>
      <p:sp>
        <p:nvSpPr>
          <p:cNvPr id="4" name="Text 2"/>
          <p:cNvSpPr/>
          <p:nvPr/>
        </p:nvSpPr>
        <p:spPr>
          <a:xfrm>
            <a:off x="1333500" y="5720804"/>
            <a:ext cx="12753975" cy="122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55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apps that follow their ENACT policy, and undo a change that fails.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333500" y="9315450"/>
            <a:ext cx="15621000" cy="19050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E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1028700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1143000"/>
            <a:ext cx="461010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9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762000" y="8614470"/>
            <a:ext cx="46101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195"/>
              </a:lnSpc>
              <a:buNone/>
            </a:pPr>
            <a:r>
              <a:rPr lang="en-US" sz="5400" b="1" spc="-10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048500" y="3352800"/>
            <a:ext cx="9906000" cy="1905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/>
          <p:nvPr/>
        </p:nvSpPr>
        <p:spPr>
          <a:xfrm>
            <a:off x="7048500" y="2424113"/>
            <a:ext cx="10203180" cy="585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481"/>
              </a:lnSpc>
              <a:buNone/>
            </a:pPr>
            <a:r>
              <a:rPr lang="en-US" sz="345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ENACT can tell you how an app should run.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7048500" y="5229225"/>
            <a:ext cx="9906000" cy="1905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8" name="Text 6"/>
          <p:cNvSpPr/>
          <p:nvPr/>
        </p:nvSpPr>
        <p:spPr>
          <a:xfrm>
            <a:off x="7048500" y="3752850"/>
            <a:ext cx="10203180" cy="1133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481"/>
              </a:lnSpc>
              <a:buNone/>
            </a:pPr>
            <a:r>
              <a:rPr lang="en-US" sz="345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say the app needs more CPU or a different server.</a:t>
            </a:r>
            <a:endParaRPr lang="en-US" sz="3450" dirty="0"/>
          </a:p>
        </p:txBody>
      </p:sp>
      <p:sp>
        <p:nvSpPr>
          <p:cNvPr id="9" name="Shape 7"/>
          <p:cNvSpPr/>
          <p:nvPr/>
        </p:nvSpPr>
        <p:spPr>
          <a:xfrm>
            <a:off x="7048500" y="6557963"/>
            <a:ext cx="9906000" cy="1905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10" name="Text 8"/>
          <p:cNvSpPr/>
          <p:nvPr/>
        </p:nvSpPr>
        <p:spPr>
          <a:xfrm>
            <a:off x="7048500" y="5629275"/>
            <a:ext cx="10203180" cy="585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481"/>
              </a:lnSpc>
              <a:buNone/>
            </a:pPr>
            <a:r>
              <a:rPr lang="en-US" sz="3450" b="1" dirty="0">
                <a:solidFill>
                  <a:srgbClr val="0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nothing makes that change on the live app.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7048500" y="6958013"/>
            <a:ext cx="10203180" cy="1133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481"/>
              </a:lnSpc>
              <a:buNone/>
            </a:pPr>
            <a:r>
              <a:rPr lang="en-US" sz="345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challenge setup, the part that picks a server could not work at all.</a:t>
            </a:r>
            <a:endParaRPr lang="en-US" sz="3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E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1028700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1143000"/>
            <a:ext cx="461010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9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762000" y="8614470"/>
            <a:ext cx="461010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195"/>
              </a:lnSpc>
              <a:buNone/>
            </a:pPr>
            <a:r>
              <a:rPr lang="en-US" sz="5400" b="1" spc="-10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048500" y="2976563"/>
            <a:ext cx="9906000" cy="1905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/>
          <p:nvPr/>
        </p:nvSpPr>
        <p:spPr>
          <a:xfrm>
            <a:off x="7048500" y="2147888"/>
            <a:ext cx="1020318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30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fixed ENACT's server picker so it works again.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7048500" y="4652963"/>
            <a:ext cx="9906000" cy="1905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8" name="Text 6"/>
          <p:cNvSpPr/>
          <p:nvPr/>
        </p:nvSpPr>
        <p:spPr>
          <a:xfrm>
            <a:off x="7048500" y="3300413"/>
            <a:ext cx="10203180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30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an autopilot that makes the change ENACT asks for.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048500" y="5805488"/>
            <a:ext cx="9906000" cy="1905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10" name="Text 8"/>
          <p:cNvSpPr/>
          <p:nvPr/>
        </p:nvSpPr>
        <p:spPr>
          <a:xfrm>
            <a:off x="7048500" y="4976813"/>
            <a:ext cx="1020318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30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checks the app is healthy afterwards.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7048500" y="7481887"/>
            <a:ext cx="9906000" cy="1905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/>
          <p:nvPr/>
        </p:nvSpPr>
        <p:spPr>
          <a:xfrm>
            <a:off x="7048500" y="6129338"/>
            <a:ext cx="10203180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30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app is not healthy, it undoes the change by itself.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7048500" y="7805738"/>
            <a:ext cx="1020318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30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is written to a log anyone can check.</a:t>
            </a:r>
            <a:endParaRPr lang="en-US" sz="3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E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1028700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1143000"/>
            <a:ext cx="461010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9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762000" y="6077248"/>
            <a:ext cx="4316730" cy="2198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195"/>
              </a:lnSpc>
              <a:buNone/>
            </a:pPr>
            <a:r>
              <a:rPr lang="en-US" sz="5400" b="1" spc="-10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proved on a real cluster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62000" y="8694539"/>
            <a:ext cx="4316730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github.com/IamHarrie-Labs/greencharge-autopilot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048500" y="3626644"/>
            <a:ext cx="9906000" cy="1905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7" name="Text 5"/>
          <p:cNvSpPr/>
          <p:nvPr/>
        </p:nvSpPr>
        <p:spPr>
          <a:xfrm>
            <a:off x="7048500" y="2150269"/>
            <a:ext cx="10203180" cy="1133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481"/>
              </a:lnSpc>
              <a:buNone/>
            </a:pPr>
            <a:r>
              <a:rPr lang="en-US" sz="345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app breaking its policy was fixed in 105 seconds.</a:t>
            </a:r>
            <a:endParaRPr lang="en-US" sz="3450" dirty="0"/>
          </a:p>
        </p:txBody>
      </p:sp>
      <p:sp>
        <p:nvSpPr>
          <p:cNvPr id="8" name="Shape 6"/>
          <p:cNvSpPr/>
          <p:nvPr/>
        </p:nvSpPr>
        <p:spPr>
          <a:xfrm>
            <a:off x="7048500" y="4955381"/>
            <a:ext cx="9906000" cy="1905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9" name="Text 7"/>
          <p:cNvSpPr/>
          <p:nvPr/>
        </p:nvSpPr>
        <p:spPr>
          <a:xfrm>
            <a:off x="7048500" y="4026694"/>
            <a:ext cx="10203180" cy="585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481"/>
              </a:lnSpc>
              <a:buNone/>
            </a:pPr>
            <a:r>
              <a:rPr lang="en-US" sz="345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broken change was undone in 100 seconds.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7048500" y="6831806"/>
            <a:ext cx="9906000" cy="19050"/>
          </a:xfrm>
          <a:prstGeom prst="rect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/>
          <p:nvPr/>
        </p:nvSpPr>
        <p:spPr>
          <a:xfrm>
            <a:off x="7048500" y="5355431"/>
            <a:ext cx="10203180" cy="1133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481"/>
              </a:lnSpc>
              <a:buNone/>
            </a:pPr>
            <a:r>
              <a:rPr lang="en-US" sz="345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move to a server in the wrong region was refused.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7048500" y="7231856"/>
            <a:ext cx="10203180" cy="1133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481"/>
              </a:lnSpc>
              <a:buNone/>
            </a:pPr>
            <a:r>
              <a:rPr lang="en-US" sz="3450" dirty="0">
                <a:solidFill>
                  <a:srgbClr val="14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server left the region, the app moved to a safe one.</a:t>
            </a:r>
            <a:endParaRPr lang="en-US" sz="3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2026-10-07T14:35:39Z</dcterms:created>
  <dcterms:modified xsi:type="dcterms:W3CDTF">2026-10-07T14:35:39Z</dcterms:modified>
</cp:coreProperties>
</file>