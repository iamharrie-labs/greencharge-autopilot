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Medium-regular.fntdata"/><Relationship Id="rId15" Type="http://schemas.openxmlformats.org/officeDocument/2006/relationships/font" Target="fonts/RobotoMedium-bold.fntdata"/><Relationship Id="rId16" Type="http://schemas.openxmlformats.org/officeDocument/2006/relationships/font" Target="fonts/RobotoMedium-italic.fntdata"/><Relationship Id="rId17" Type="http://schemas.openxmlformats.org/officeDocument/2006/relationships/font" Target="fonts/RobotoMedium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rPr>
                <a:latin typeface="Hanken Grotesk"/>
              </a:rPr>
              <a:t>GreenCharge Autopilot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</a:pPr>
            <a:r>
              <a:rPr sz="1400">
                <a:latin typeface="Hanken Grotesk"/>
              </a:rPr>
              <a:t>Kubernetes apps that follow their ENACT policy, and undo a change that fails.</a:t>
            </a:r>
            <a:endParaRPr/>
          </a:p>
          <a:p>
            <a:pPr/>
            <a:r>
              <a:rPr sz="1400">
                <a:latin typeface="Hanken Grotesk"/>
              </a:rPr>
              <a:t>Veles Hack 2026 · Challenge 3 ENACT · Team Harrie</a:t>
            </a:r>
          </a:p>
        </p:txBody>
      </p:sp>
      <p:pic>
        <p:nvPicPr>
          <p:cNvPr id="47" name="Picture 46" descr="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00" y="2050000"/>
            <a:ext cx="4400000" cy="754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>
                <a:latin typeface="Hanken Grotesk"/>
              </a:rPr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sz="1600">
                <a:latin typeface="Hanken Grotesk"/>
              </a:rPr>
              <a:t>github.com/IamHarrie-Labs/greencharge-autopilot</a:t>
            </a:r>
            <a:endParaRPr/>
          </a:p>
          <a:p>
            <a:pPr/>
            <a:r>
              <a:rPr sz="1600">
                <a:latin typeface="Hanken Grotesk"/>
              </a:rPr>
              <a:t>Everything runs from the README with a few make commands.</a:t>
            </a:r>
          </a:p>
          <a:p>
            <a:pPr/>
            <a:r>
              <a:rPr sz="1600">
                <a:latin typeface="Hanken Grotesk"/>
              </a:rPr>
              <a:t>What you will find there</a:t>
            </a:r>
          </a:p>
          <a:p>
            <a:pPr lvl="1"/>
            <a:r>
              <a:rPr sz="1500">
                <a:latin typeface="Hanken Grotesk"/>
              </a:rPr>
              <a:t>The GreenCharge app with the ENACT Application Controller and our autopilot</a:t>
            </a:r>
          </a:p>
          <a:p>
            <a:pPr lvl="1"/>
            <a:r>
              <a:rPr sz="1500">
                <a:latin typeface="Hanken Grotesk"/>
              </a:rPr>
              <a:t>A fix for the ENACT server picker, with tests</a:t>
            </a:r>
          </a:p>
          <a:p>
            <a:pPr lvl="1"/>
            <a:r>
              <a:rPr sz="1500">
                <a:latin typeface="Hanken Grotesk"/>
              </a:rPr>
              <a:t>Logs of every change we made on the live cluster</a:t>
            </a:r>
          </a:p>
          <a:p>
            <a:pPr lvl="1"/>
            <a:r>
              <a:rPr sz="1500">
                <a:latin typeface="Hanken Grotesk"/>
              </a:rPr>
              <a:t>Open source under Apache-2.0, with 17 tests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>
                <a:latin typeface="Hanken Grotesk"/>
              </a:rPr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sz="1300">
                <a:latin typeface="Hanken Grotesk"/>
              </a:rPr>
              <a:t>ENACT can tell you how an app should run. It can say the app needs more CPU or a different server. But nothing makes that change on the live app, and in the challenge setup the part that picks a server could not work at all.</a:t>
            </a:r>
            <a:endParaRPr/>
          </a:p>
          <a:p>
            <a:pPr/>
            <a:r>
              <a:rPr sz="1300">
                <a:latin typeface="Hanken Grotesk"/>
              </a:rPr>
              <a:t>What we built</a:t>
            </a:r>
          </a:p>
          <a:p>
            <a:pPr lvl="1"/>
            <a:r>
              <a:rPr sz="1200">
                <a:latin typeface="Hanken Grotesk"/>
              </a:rPr>
              <a:t>We fixed ENACT's server picker so it works again.</a:t>
            </a:r>
          </a:p>
          <a:p>
            <a:pPr lvl="1"/>
            <a:r>
              <a:rPr sz="1200">
                <a:latin typeface="Hanken Grotesk"/>
              </a:rPr>
              <a:t>We built an autopilot that makes the change ENACT asks for, then checks the app is healthy.</a:t>
            </a:r>
          </a:p>
          <a:p>
            <a:pPr lvl="1"/>
            <a:r>
              <a:rPr sz="1200">
                <a:latin typeface="Hanken Grotesk"/>
              </a:rPr>
              <a:t>If the app is not healthy, the autopilot undoes the change by itself.</a:t>
            </a:r>
          </a:p>
          <a:p>
            <a:pPr lvl="1"/>
            <a:r>
              <a:rPr sz="1200">
                <a:latin typeface="Hanken Grotesk"/>
              </a:rPr>
              <a:t>Every step is written to a log anyone can check.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>
                <a:latin typeface="Hanken Grotesk"/>
              </a:rPr>
              <a:t>Highlights</a:t>
            </a:r>
            <a:endParaRPr/>
          </a:p>
        </p:txBody>
      </p:sp>
      <p:sp>
        <p:nvSpPr>
          <p:cNvPr id="66" name="Google Shape;66;h2296137532f5afa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sz="1400">
                <a:latin typeface="Hanken Grotesk"/>
              </a:rPr>
              <a:t>What we proved on the challenge's own cluster</a:t>
            </a:r>
            <a:endParaRPr/>
          </a:p>
          <a:p>
            <a:pPr lvl="1"/>
            <a:r>
              <a:rPr sz="1300">
                <a:latin typeface="Hanken Grotesk"/>
              </a:rPr>
              <a:t>An app breaking its policy was fixed in 105 seconds.</a:t>
            </a:r>
          </a:p>
          <a:p>
            <a:pPr lvl="1"/>
            <a:r>
              <a:rPr sz="1300">
                <a:latin typeface="Hanken Grotesk"/>
              </a:rPr>
              <a:t>A move to a server in the wrong region was refused.</a:t>
            </a:r>
          </a:p>
          <a:p>
            <a:pPr lvl="1"/>
            <a:r>
              <a:rPr sz="1300">
                <a:latin typeface="Hanken Grotesk"/>
              </a:rPr>
              <a:t>A broken change was undone in 100 seconds.</a:t>
            </a:r>
          </a:p>
          <a:p>
            <a:pPr lvl="1"/>
            <a:r>
              <a:rPr sz="1300">
                <a:latin typeface="Hanken Grotesk"/>
              </a:rPr>
              <a:t>When a server left the region, the app moved to a safe one.</a:t>
            </a:r>
          </a:p>
          <a:p>
            <a:pPr lvl="1"/>
            <a:r>
              <a:rPr sz="1300">
                <a:latin typeface="Hanken Grotesk"/>
              </a:rPr>
              <a:t>The app runs on the edge server, as the brief asks.</a:t>
            </a:r>
          </a:p>
          <a:p>
            <a:pPr lvl="1"/>
            <a:r>
              <a:rPr sz="1400">
                <a:latin typeface="Hanken Grotesk"/>
              </a:rPr>
              <a:t>Running it for real showed us 3 bugs in our own design. All three are fixed and tested.</a:t>
            </a:r>
          </a:p>
          <a:p>
            <a:pPr lvl="1"/>
            <a:r>
              <a:rPr sz="1300">
                <a:latin typeface="Hanken Grotesk"/>
              </a:rPr>
              <a:t>We used the ENACT SDK libraries for packaging, policy checks and the dataspace contract.</a:t>
            </a:r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